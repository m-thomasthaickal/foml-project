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36461B-C344-4ABA-AE3B-409A61843921}">
  <a:tblStyle styleId="{0836461B-C344-4ABA-AE3B-409A618439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59e0d6c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59e0d6c2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59e0d6c2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59e0d6c2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59e0d6c21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59e0d6c21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59e0d6c2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59e0d6c2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59e0d6c2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59e0d6c2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59e0d6c2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59e0d6c2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59e0d6c2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59e0d6c2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59e0d6c2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59e0d6c2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59e0d6c2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59e0d6c2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59e0d6c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59e0d6c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59e0d6c2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59e0d6c2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59e0d6c21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59e0d6c21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Fine-Grained Car Classification: SVM vs CNN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Manu Thomas and Jesse Hao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Problem: classify car images across 196 make/model/year classes.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Why it is hard: many classes differ only by subtle visual details such as trim, headlights, grille shape, or model year.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Research question: how much do we gain by moving from classical SVM pipelines to transfer-learned CNNs on the same split?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Dataset: Stanford Cars, 16,185 images, 196 classes, real-world variation in lighting, angle, and background.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Why this task matters: it is a strong fine-grained vision benchmark for comparing hand-crafted and learned features.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Dataset and Preprocessing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Dataset: Stanford Cars, 16,185 images, 196 classes, re-split to 70/15/15 train/val/test.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Data challenges: subtle inter-class differences, real-world pose/background variation, and mild class imbalance.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HOG + SVM: resize to 128x128, grayscale, extract HOG descriptors with pixels_per_cell=(16,16).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Raw-pixel + SVM: resize to 64x64, grayscale, flatten, then standardize and apply PCA.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CNNs: RGB input, resize/crop, ImageNet normalization; improved CNN also uses stronger augmentation.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Reason for these choices: keep the classical pipelines tractable while giving the CNNs enough visual detail to learn fine-grained cues.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HOG SVM Variant Comparison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AED296-6590-AC92-37EC-DF5A75E2747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6475" y="1125900"/>
            <a:ext cx="7331351" cy="3376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Classical ML Methods - SVM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HOG + SVM (RBF): strongest classical baseline; best test Top-1 = 0.0910, Top-5 = 0.2171.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HOG + SVM (RBF, balanced): nearly identical to standard RBF; Top-1 = 0.0914, Top-5 = 0.2162.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HOG + SVM (linear): weaker than RBF; Top-1 = 0.0680, Top-5 = 0.1808.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Raw pixels + SVM: worst classical result even after PCA; Top-1 = 0.0313, Top-5 = 0.0840.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Takeaway: HOG helps a classical model more than raw pixels do, and nonlinear decision boundaries matter more than class reweighting on this dataset.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Deep Learning Methods - CNN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Baseline CNN: pretrained ResNet18, 10 epochs, best test Top-1 = 0.8262, Top-5 = 0.9650.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Improved CNN: pretrained ResNet34, stronger augmentation, AdamW, cosine LR schedule, label smoothing, full fine-tuning.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Improved CNN test result: Top-1 = 0.8929, Top-5 = 0.9835.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Why CNNs work here: they learn fine-grained texture, edge, and semantic cues directly from the images instead of relying on hand-crafted descriptors.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These Methods?</a:t>
            </a:r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The project compares two paradigms on exactly the same split: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1. classical feature engineering: HOG or raw pixels + SVM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2. learned visual representations: transfer-learned CNNs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Within the SVM family we also compare kernel choice and class weighting.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Within the CNN family we compare a simpler baseline against a stronger training recipe.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This makes the final performance gap easier to interpret than a single baseline-vs-model comparison.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Setup</a:t>
            </a:r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7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Split: 70/15/15 train/validation/test, identical across all models.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Metrics: Top-1 accuracy and Top-5 accuracy.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Model selection: validation used to choose hyperparameters and checkpoints.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Final reporting: test-set results for all six models.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Comparisons: RBF vs linear, balanced vs unbalanced HOG SVM, HOG vs raw pixels, baseline CNN vs improved CNN, and SVMs vs CNNs overall.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Test-set comparison across all six models. The chart shows both Top-1 and Top-5 accuracy.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51ECAB-06E5-B28A-15A5-02EEBF37EBF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809750"/>
            <a:ext cx="7239000" cy="23772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Interpretation</a:t>
            </a:r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Main result: both CNNs massively outperform all SVM baselines on this fine-grained task.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Best classical model: HOG + SVM (RBF).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Balanced class weights had almost no effect, so class imbalance was not the main bottleneck.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Linear HOG SVM underperformed RBF, suggesting the class boundaries are meaningfully nonlinear.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Improved CNN beat the baseline CNN by about 6.7 points in Top-1 accuracy and about 1.9 points in Top-5 accuracy on test.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Error Analysis</a:t>
            </a:r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Likely failure modes to discuss: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SVMs often confuse cars with similar silhouettes but different trims or model years because HOG drops color and fine texture.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Raw-pixel SVM is especially weak because flattened pixels are a poor representation for a classical classifier.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CNNs still likely fail on unusual viewpoints, occlusion, or visually near-duplicate classes.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Good final slide addition: include 2-3 example mistakes once representative prediction images are selected.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Limitations and Next Steps</a:t>
            </a:r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Limitations: we tested a limited family of classical and deep models rather than an exhaustive benchmark.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HOG 8x8 was too expensive on the available hardware, so the final HOG pipeline uses 16x16 cells.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Raw-pixel SVM required PCA and a lower 64x64 input size just to be practical.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b="1"/>
              <a:t>Next steps: add qualitative failure cases, try larger pretrained backbones or ensembles, and investigate why balanced weights barely changed the HOG + RBF result.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audience prompt: if you had to guess this car with 100% Top-1 accuracy, what visual details would you use?</a:t>
            </a:r>
            <a:endParaRPr/>
          </a:p>
        </p:txBody>
      </p:sp>
      <p:pic>
        <p:nvPicPr>
          <p:cNvPr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825" y="1218175"/>
            <a:ext cx="6978350" cy="392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874</Words>
  <Application>Microsoft Office PowerPoint</Application>
  <PresentationFormat>On-screen Show (16:9)</PresentationFormat>
  <Paragraphs>62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Simple Light</vt:lpstr>
      <vt:lpstr>Fine-Grained Car Classification: SVM vs CNN</vt:lpstr>
      <vt:lpstr>Problem</vt:lpstr>
      <vt:lpstr>Dataset and Preprocessing</vt:lpstr>
      <vt:lpstr>HOG SVM Variant Comparison</vt:lpstr>
      <vt:lpstr>Classical ML Methods - SVM</vt:lpstr>
      <vt:lpstr>Deep Learning Methods - CNN</vt:lpstr>
      <vt:lpstr>Why These Methods?</vt:lpstr>
      <vt:lpstr>Evaluation Setup</vt:lpstr>
      <vt:lpstr>Results</vt:lpstr>
      <vt:lpstr>Interpretation</vt:lpstr>
      <vt:lpstr>Error Analysis</vt:lpstr>
      <vt:lpstr>Limitations and Next Steps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Thomas, Manu</cp:lastModifiedBy>
  <cp:revision>1</cp:revision>
  <dcterms:modified xsi:type="dcterms:W3CDTF">2026-04-13T04:29:25Z</dcterms:modified>
</cp:coreProperties>
</file>