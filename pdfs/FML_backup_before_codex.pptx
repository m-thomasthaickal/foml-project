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36461B-C344-4ABA-AE3B-409A61843921}">
  <a:tblStyle styleId="{0836461B-C344-4ABA-AE3B-409A618439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9e0d6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9e0d6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9e0d6c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9e0d6c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9e0d6c2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9e0d6c2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9e0d6c2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9e0d6c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9e0d6c2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9e0d6c2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9e0d6c2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9e0d6c2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9e0d6c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9e0d6c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9e0d6c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9e0d6c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9e0d6c2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9e0d6c2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9e0d6c2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9e0d6c2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59e0d6c2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59e0d6c2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9e0d6c2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9e0d6c2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Freak my life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 Thomas and Jesse Hao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Problem: </a:t>
            </a:r>
            <a:r>
              <a:rPr lang="en"/>
              <a:t>Vehicle type </a:t>
            </a:r>
            <a:r>
              <a:rPr lang="en"/>
              <a:t>classification</a:t>
            </a:r>
            <a:r>
              <a:rPr lang="en"/>
              <a:t> across 196 car classes from images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Q: </a:t>
            </a:r>
            <a:r>
              <a:rPr lang="en"/>
              <a:t>How accurately can traditional ML methods classify these images?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Q: </a:t>
            </a:r>
            <a:r>
              <a:rPr lang="en"/>
              <a:t>What performance gains do deep learning approaches provide compared to traditional methods (SVM vs. CNN) for this case?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Dataset: </a:t>
            </a:r>
            <a:r>
              <a:rPr lang="en"/>
              <a:t>Stanford Cars Dataset. 16,185 images, 196 classes, real-world variation in lighting, angle, and background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Why? </a:t>
            </a:r>
            <a:r>
              <a:rPr lang="en"/>
              <a:t>Tests the limits of both traditional and deep learning approaches. Fine-grained categorization is a known hard problem, making it a meaningful testbed for comparing paradigms.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Preprocessing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Dataset: </a:t>
            </a:r>
            <a:r>
              <a:rPr lang="en"/>
              <a:t>16,185 images across 196 classes; imbalanced class sizes; real-world photography (varying pose, lighting, background); 70/15/15 split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Preprocessing: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SVM + HOG: </a:t>
            </a:r>
            <a:r>
              <a:rPr lang="en"/>
              <a:t>resize images to fixed dimensions → extract HOG features → train SVM on feature vectors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SVM raw: extract features from raw image pixels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pipeline: resize + normalize pixel values → feed into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Feature choices: </a:t>
            </a:r>
            <a:r>
              <a:rPr lang="en"/>
              <a:t>HOG chosen because it captures edge orientation and shape — suited to car body silhouettes. CNN learns its own features hierarchically from raw pixels.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Data-related challenges: </a:t>
            </a:r>
            <a:r>
              <a:rPr lang="en"/>
              <a:t>None here.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- HOG features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75" y="1125900"/>
            <a:ext cx="7331351" cy="33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ML Method </a:t>
            </a:r>
            <a:r>
              <a:rPr lang="en"/>
              <a:t>- SVM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8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SVM (RBF kernel) + HOG: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HOG captures edge orientations and shape, well-suited to distinguishing car body types (sedan vs. SUV vs. truck) where silhouette structure differs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SVM is a strong classical classifier for fixed-length feature vectors like HOG descriptors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Hypothesis: performs reasonably on coarse distinctions, but struggles with fine-grained differences (e.g., subtle badge/grill details between makes/models) because HOG discards color and fine texture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RBF is the standard default for SVMs on image features because linear separability is rarely guaranteed, and the C/gamma grid search is how you manage the bias-variance tradeoff. If you ran a linear kernel as a comparison and it was competitive, that would actually be an interesting finding worth mentioning.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Raw SVM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SVM on raw pixels of images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Test if HOG has any effect (better or worse results) on classifications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Method - CNN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CNN</a:t>
            </a:r>
            <a:r>
              <a:rPr lang="en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Learns hierarchical features automatically via backpropagation. No need for hand-crafted descriptors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Captures both low-level texture/edges and high-level semantic features, which is critical 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Expected to outperform SVM because fine-grained distinctions require richer representations than HOG can provide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these methods?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SVM+HOG/raw SVM and CNN represent two distinct approaches: </a:t>
            </a:r>
            <a:r>
              <a:rPr b="1" lang="en"/>
              <a:t>manual </a:t>
            </a:r>
            <a:r>
              <a:rPr lang="en"/>
              <a:t>feature engineering vs. </a:t>
            </a:r>
            <a:r>
              <a:rPr b="1" lang="en"/>
              <a:t>learned </a:t>
            </a:r>
            <a:r>
              <a:rPr lang="en"/>
              <a:t>representations.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Comparing them directly answers the project's core research question and makes the performance gap interpretable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Setup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Setup: </a:t>
            </a:r>
            <a:r>
              <a:rPr lang="en"/>
              <a:t>70/15/15 train/validate/test split. Identical splits used for SVM/CNN.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Metrics: </a:t>
            </a:r>
            <a:r>
              <a:rPr lang="en"/>
              <a:t>Top-1 accuracy (exact match) and Top-5 accuracy (correct class in top 5 predictions)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Comparisons: </a:t>
            </a:r>
            <a:r>
              <a:rPr lang="en"/>
              <a:t>SVM vs. CNN on the same split with the same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Alternative settings: SVM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Kernel choices: linear and RBF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Hyperparameter tuning: C and gamma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Class_weight variable: uniform vs ‘balanced’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Alternative settings: CNN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architecture variants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learning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CNN regularization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" name="Google Shape;104;p21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{0836461B-C344-4ABA-AE3B-409A61843921}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Top-1 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Top-5 Accuracy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Raw 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 (RBF) + HOG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 (linear) + HOG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 (improved)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What do the results mean?</a:t>
            </a:r>
            <a:r>
              <a:rPr lang="en"/>
              <a:t> CNN performed better than HOG/SVM with regards to both Top-1 and Top-5 accuracy.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What worked? </a:t>
            </a:r>
            <a:r>
              <a:rPr lang="en"/>
              <a:t>HOG seemed to improve/worsen the results for SVM. (If improve: HOG worked. If worsen: raw SVM worked)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What did not work?</a:t>
            </a:r>
            <a:r>
              <a:rPr lang="en"/>
              <a:t> Struggles included running raw SVM initially.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Ex. </a:t>
            </a:r>
            <a:r>
              <a:rPr lang="en"/>
              <a:t>did SVM confuse same-model different-years? Did CNN fail on unusual angles?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HOG Limitation</a:t>
            </a:r>
            <a:r>
              <a:rPr lang="en"/>
              <a:t>: HOG discards color and fine texture, so it likely struggles with distinguishing cars that share body shape but differ in badge/trim details — exactly the kind of distinction needed for 196-class fine-grained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CNN Advantage</a:t>
            </a:r>
            <a:r>
              <a:rPr lang="en"/>
              <a:t>: CNN's ability to learn task-specific features means it can pick up on subtle visual cues HOG cannot encode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Tradeoffs</a:t>
            </a:r>
            <a:r>
              <a:rPr lang="en"/>
              <a:t>: SVM+HOG is faster to train and more interpretable; CNN is more powerful but requires more data, compute, and tuning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activity for the audience. Pretend you’re the svm/cnn model and have 100% top 1 accuracy. What is this car?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825" y="1218175"/>
            <a:ext cx="6978350" cy="3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